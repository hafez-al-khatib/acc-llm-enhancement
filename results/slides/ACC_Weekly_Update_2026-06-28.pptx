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ACC: Neuroscience-Inspired Hallucination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4040"/>
                </a:solidFill>
                <a:latin typeface="Calibri"/>
              </a:defRPr>
            </a:pPr>
            <a:r>
              <a:t>Weekly Research Update — June 28,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7F7F"/>
                </a:solidFill>
                <a:latin typeface="Calibri"/>
              </a:defRPr>
            </a:pPr>
            <a:r>
              <a:t>Hafez Al-Khatib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447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Problem: LLMs Hallucinate Without Self-Correction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Large language models generate fluent but ungrounded statements.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Existing methods detect hallucination after output is complete (post-hoc).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Our goal: intervene during generation, inspired by conflict monitoring in the anterior cingulate cortex (ACC).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Core hypothesis: prediction errors between hierarchical layers signal when the model is departing from reliable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Approach: Predictive Coding + Conflict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Predictive coding: each layer predicts the next layer's representation.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Large prediction error = potential conflict.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Leaky integrator accumulates evidence over tokens.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Decision engine maps conflict + entropy to actions: flag, regenerate, warn.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04040"/>
                </a:solidFill>
                <a:latin typeface="Calibri"/>
              </a:defRPr>
            </a:pPr>
            <a:r>
              <a:t>Generation → Hidden States</a:t>
            </a:r>
            <a:br/>
            <a:r>
              <a:t>↓</a:t>
            </a:r>
            <a:br/>
            <a:r>
              <a:t>Prediction-Error Features</a:t>
            </a:r>
            <a:br/>
            <a:r>
              <a:t>↓</a:t>
            </a:r>
            <a:br/>
            <a:r>
              <a:t>MLP Detector</a:t>
            </a:r>
            <a:br/>
            <a:r>
              <a:t>↓</a:t>
            </a:r>
            <a:br/>
            <a:r>
              <a:t>Conflict Score + Entropy</a:t>
            </a:r>
            <a:br/>
            <a:r>
              <a:t>↓</a:t>
            </a:r>
            <a:br/>
            <a:r>
              <a:t>Decision Engine</a:t>
            </a:r>
            <a:br/>
            <a:r>
              <a:t>↓</a:t>
            </a:r>
            <a:br/>
            <a:r>
              <a:t>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 Built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Baseline detectors: DoLa, SAPLMA, Entropy.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ACC intervention engine: draft → detect → regenerate with uncertainty priming.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Model-specific detector training on Qwen2.5-1.5B (600 token-level examples).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Unified evaluation script with fair comparison controls.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Colab GPU notebook for larger-scale experiments.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Evaluation: Fair Comparison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10 prompts across all methods.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random seeds for reproducibility.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softmax sampling strategy (no unfair top-p differences).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Same judge function: substring-based correctness + uncertainty markers.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SAPLMA trained on held-out prompts to avoid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Generation Accuracy</a:t>
            </a:r>
          </a:p>
        </p:txBody>
      </p:sp>
      <p:pic>
        <p:nvPicPr>
          <p:cNvPr id="4" name="Picture 3" descr="accura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6105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7F7F"/>
                </a:solidFill>
                <a:latin typeface="Calibri"/>
              </a:defRPr>
            </a:pPr>
            <a:r>
              <a:t>ACC improves over baseline, but absolute numbers remain modest.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Detection Quality vs. Selectivity</a:t>
            </a:r>
          </a:p>
        </p:txBody>
      </p:sp>
      <p:pic>
        <p:nvPicPr>
          <p:cNvPr id="4" name="Picture 3" descr="detec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460400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7F7F"/>
                </a:solidFill>
                <a:latin typeface="Calibri"/>
              </a:defRPr>
            </a:pPr>
            <a:r>
              <a:t>DoLa has highest F1 but flags 100% of tokens. ACC balances F1 and selectivity.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ACC Improvement by Question Type</a:t>
            </a:r>
          </a:p>
        </p:txBody>
      </p:sp>
      <p:pic>
        <p:nvPicPr>
          <p:cNvPr id="4" name="Picture 3" descr="per_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943600" cy="3528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04040"/>
                </a:solidFill>
                <a:latin typeface="Calibri"/>
              </a:defRPr>
            </a:pPr>
            <a:r>
              <a:t>ACC gains come from factual questions. Hallucination and uncertainty detection remain at chance on this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Stronger Intervention: Logit-Shift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Phrase-based intervention only changes the prompt prefix.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Logit-shift directly biases the output distribution toward uncertainty tokens.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Implemented in src/acc_intervention.py: generate_with_logit_shift().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Tokens like 'I am not sure', 'actually', 'wait' receive a positive bias when conflict is high.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Ablation Study: Component Contributions</a:t>
            </a:r>
          </a:p>
        </p:txBody>
      </p:sp>
      <p:pic>
        <p:nvPicPr>
          <p:cNvPr id="4" name="Picture 3" descr="abl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7F7F"/>
                </a:solidFill>
                <a:latin typeface="Calibri"/>
              </a:defRPr>
            </a:pPr>
            <a:r>
              <a:t>Logit-shift (absolute threshold) reaches 80% vs. 50% baseline on 1.5B.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Insight: Scale Is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4E79"/>
                </a:solidFill>
                <a:latin typeface="Calibri"/>
              </a:defRPr>
            </a:pPr>
            <a:r>
              <a:t>The detector works (83% validation accuracy), and the intervention pipeline works, but Qwen2.5-1.5B lacks the capacity to consistently act on the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Factual questions improve because the model knows the answer.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Hallucination prompts produce inconsistent behavior regardless of detector.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Next step: evaluate on Qwen2.5-7B via Colab GPU.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Critical Bugs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Inverted synthetic logits: detector always predicted 'supported'. Fixed mapping.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Post-hoc mismatch: detection re-ran generation with different random sample. Now caches hidden states during main pass.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Gradient leak: explainability backward() accumulated gradients on model weights. Now uses torch.autograd.grad.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  <a:latin typeface="Calibri"/>
              </a:defRPr>
            </a:pPr>
            <a:r>
              <a:t>• Plus: unfair sampling, SAPLMA data leakage, missing hook cleanup.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Code Audit: Quality Now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Audited 7 core files across architecture, integration, baselines, evaluation.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Identified 20 ranked issues in results/code_audit_report.md.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All critical/high issues resolved or in progress.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Logit-shift intervention and ablation study completed this week.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Step: Large-Scale Benchmark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scripts/run_benchmark_eval.py: HaluEval + TruthfulQA + PubMedQA.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LLM-as-judge, SelfCheckGPT baseline, bootstrap CIs, paired t-tests.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Run on Qwen2.5-7B via 4090 or Colab T4.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Target: 200+ samples per benchmark for publication credibility.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Week's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943600"/>
                <a:gridCol w="4297680"/>
              </a:tblGrid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Run benchmark evaluation on Qwen2.5-7B (200+ samples)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Publication-scale metrics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Run full ablation on 7B (detector, threshold, intervention)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Component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Add more baselines (SelfCheckGPT, LMvsLM)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Stronger comparison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Draft methods section with neuroscience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Paper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Generate final figures for AAAI submission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Camera-ready visuals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• Can we secure 4090 access this week for 7B benchmark runs?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• Should we invest in paid GPU hours if local/Colab access is unstable?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• Target venue: AAAI workshop first, then top-tier after scale + baselines?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